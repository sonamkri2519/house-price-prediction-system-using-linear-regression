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1133475"/>
            <a:ext cx="8229600" cy="1143000"/>
          </a:xfrm>
        </p:spPr>
        <p:txBody>
          <a:bodyPr/>
          <a:lstStyle/>
          <a:p>
            <a:r>
              <a:rPr dirty="0"/>
              <a:t>House Price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2085975"/>
            <a:ext cx="8467725" cy="3849688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Using Linear Regression</a:t>
            </a:r>
          </a:p>
          <a:p>
            <a:pPr marL="0" indent="0" algn="ctr">
              <a:buNone/>
            </a:pPr>
            <a:r>
              <a:rPr dirty="0"/>
              <a:t>Prepared by: Sonam Kumari</a:t>
            </a:r>
          </a:p>
          <a:p>
            <a:pPr marL="0" indent="0" algn="ctr">
              <a:buNone/>
            </a:pPr>
            <a:r>
              <a:rPr dirty="0"/>
              <a:t>Domain: Data Analytics /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6906B-6F5D-4731-BC7E-DA46D1B22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5925" y="2949178"/>
            <a:ext cx="8039100" cy="4521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1336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This project builds a machine learning model that predicts house prices based on property features such as area, bedrooms, and bathrooms.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550863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693863"/>
            <a:ext cx="8096250" cy="2743200"/>
          </a:xfrm>
        </p:spPr>
        <p:txBody>
          <a:bodyPr/>
          <a:lstStyle/>
          <a:p>
            <a:r>
              <a:rPr dirty="0"/>
              <a:t>Determining house prices manually can be inaccurate.</a:t>
            </a:r>
          </a:p>
          <a:p>
            <a:r>
              <a:rPr dirty="0"/>
              <a:t>A data‑driven approach helps estimate property values using historical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522287"/>
            <a:ext cx="8229600" cy="1143000"/>
          </a:xfrm>
        </p:spPr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725" y="180975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Analyze housing dataset</a:t>
            </a:r>
          </a:p>
          <a:p>
            <a:pPr marL="0" indent="0">
              <a:buNone/>
            </a:pPr>
            <a:r>
              <a:rPr dirty="0"/>
              <a:t>• Identify factors affecting house prices</a:t>
            </a:r>
          </a:p>
          <a:p>
            <a:pPr marL="0" indent="0">
              <a:buNone/>
            </a:pPr>
            <a:r>
              <a:rPr dirty="0"/>
              <a:t>• Build a Linear Regression model</a:t>
            </a:r>
          </a:p>
          <a:p>
            <a:pPr marL="0" indent="0">
              <a:buNone/>
            </a:pPr>
            <a:r>
              <a:rPr dirty="0"/>
              <a:t>• Evaluate prediction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608012"/>
            <a:ext cx="8229600" cy="1143000"/>
          </a:xfrm>
        </p:spPr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7240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Dataset includes features such as: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Square</a:t>
            </a:r>
            <a:r>
              <a:rPr lang="en-US" dirty="0"/>
              <a:t> </a:t>
            </a:r>
            <a:r>
              <a:rPr dirty="0"/>
              <a:t>Feet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Bedrooms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Bathrooms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Neighborhood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Year</a:t>
            </a:r>
            <a:r>
              <a:rPr lang="en-US" dirty="0"/>
              <a:t> </a:t>
            </a:r>
            <a:r>
              <a:rPr dirty="0"/>
              <a:t>Built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Price (Target variable)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37"/>
            <a:ext cx="8229600" cy="1143000"/>
          </a:xfrm>
        </p:spPr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350" y="19431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Python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Pandas &amp; NumPy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Matplotlib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</a:t>
            </a:r>
            <a:r>
              <a:rPr dirty="0" err="1"/>
              <a:t>Jupyter</a:t>
            </a:r>
            <a:r>
              <a:rPr dirty="0"/>
              <a:t>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EDA helps understand patterns in the dataset.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Visualizations used:</a:t>
            </a:r>
          </a:p>
          <a:p>
            <a:pPr marL="0" indent="0">
              <a:buNone/>
            </a:pPr>
            <a:r>
              <a:rPr dirty="0"/>
              <a:t>• Scatter Plot (Area vs Price)</a:t>
            </a:r>
          </a:p>
          <a:p>
            <a:pPr marL="0" indent="0">
              <a:buNone/>
            </a:pPr>
            <a:r>
              <a:rPr dirty="0"/>
              <a:t>• Correlation Heatmap</a:t>
            </a:r>
          </a:p>
          <a:p>
            <a:pPr marL="0" indent="0">
              <a:buNone/>
            </a:pPr>
            <a:r>
              <a:rPr dirty="0"/>
              <a:t>• Price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Algorithm Used: Linear Regression</a:t>
            </a:r>
          </a:p>
          <a:p>
            <a:endParaRPr dirty="0"/>
          </a:p>
          <a:p>
            <a:r>
              <a:rPr dirty="0"/>
              <a:t>Linear Regression predicts continuous values by finding relationships between input features and the target variable.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1. Data preprocessing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2. Feature selection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3. Train‑test split (80% training / 20% testing)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4. Model training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5. Model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Performance metrics used: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Mean Absolute Error (MAE)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Mean Squared Error (MSE)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• R² Score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These metrics measure prediction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Larger houses generally have higher prices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 Square</a:t>
            </a:r>
            <a:r>
              <a:rPr lang="en-US" dirty="0"/>
              <a:t> </a:t>
            </a:r>
            <a:r>
              <a:rPr dirty="0"/>
              <a:t>Feet shows strong correlation with </a:t>
            </a:r>
            <a:r>
              <a:rPr lang="en-US" dirty="0"/>
              <a:t>     </a:t>
            </a:r>
            <a:r>
              <a:rPr lang="en-IN" dirty="0"/>
              <a:t>price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• Model achieved strong prediction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project demonstrates how machine learning can help estimate house prices using data analysis and predictive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310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House Price Prediction System</vt:lpstr>
      <vt:lpstr>Project Overview</vt:lpstr>
      <vt:lpstr>Problem Statement</vt:lpstr>
      <vt:lpstr>Project Objectives</vt:lpstr>
      <vt:lpstr>Dataset Description</vt:lpstr>
      <vt:lpstr>Technologies Used</vt:lpstr>
      <vt:lpstr>Exploratory Data Analysis</vt:lpstr>
      <vt:lpstr>Machine Learning Model</vt:lpstr>
      <vt:lpstr>Model Training Process</vt:lpstr>
      <vt:lpstr>Model Evaluation</vt:lpstr>
      <vt:lpstr>Results &amp;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System</dc:title>
  <dc:subject/>
  <dc:creator/>
  <cp:keywords/>
  <dc:description>generated using python-pptx</dc:description>
  <cp:lastModifiedBy>sonam082kumari@outlook.com</cp:lastModifiedBy>
  <cp:revision>5</cp:revision>
  <dcterms:created xsi:type="dcterms:W3CDTF">2013-01-27T09:14:16Z</dcterms:created>
  <dcterms:modified xsi:type="dcterms:W3CDTF">2026-03-11T06:49:42Z</dcterms:modified>
  <cp:category/>
</cp:coreProperties>
</file>